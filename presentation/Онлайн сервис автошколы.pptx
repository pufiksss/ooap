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20"/>
  </p:notesMasterIdLst>
  <p:sldIdLst>
    <p:sldId id="256" r:id="rId2"/>
    <p:sldId id="260" r:id="rId3"/>
    <p:sldId id="262" r:id="rId4"/>
    <p:sldId id="263" r:id="rId5"/>
    <p:sldId id="264" r:id="rId6"/>
    <p:sldId id="265" r:id="rId7"/>
    <p:sldId id="267" r:id="rId8"/>
    <p:sldId id="268" r:id="rId9"/>
    <p:sldId id="269" r:id="rId10"/>
    <p:sldId id="266" r:id="rId11"/>
    <p:sldId id="270" r:id="rId12"/>
    <p:sldId id="273" r:id="rId13"/>
    <p:sldId id="274" r:id="rId14"/>
    <p:sldId id="276" r:id="rId15"/>
    <p:sldId id="277" r:id="rId16"/>
    <p:sldId id="278" r:id="rId17"/>
    <p:sldId id="257" r:id="rId18"/>
    <p:sldId id="258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7"/>
  </p:normalViewPr>
  <p:slideViewPr>
    <p:cSldViewPr snapToGrid="0">
      <p:cViewPr>
        <p:scale>
          <a:sx n="92" d="100"/>
          <a:sy n="92" d="100"/>
        </p:scale>
        <p:origin x="1344" y="5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AB4F8F-2701-4139-9954-E1B83836388D}" type="datetimeFigureOut">
              <a:rPr lang="ru-RU" smtClean="0"/>
              <a:t>04.12.2025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E106F7-1F0F-4D10-BD7B-ABA24567DA3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733286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8757A-AB20-4A23-98FB-D60389CB57EC}" type="datetime1">
              <a:rPr lang="ru-RU" smtClean="0"/>
              <a:t>04.12.2025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ACDCC-472D-4E0A-B7FF-5B17ACF7E6F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344153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0B254-EADC-4141-A472-9C1B1CFAEE5C}" type="datetime1">
              <a:rPr lang="ru-RU" smtClean="0"/>
              <a:t>04.12.2025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ACDCC-472D-4E0A-B7FF-5B17ACF7E6F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813174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F59803-0F56-4C9F-9771-C9F5005F8535}" type="datetime1">
              <a:rPr lang="ru-RU" smtClean="0"/>
              <a:t>04.12.2025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ACDCC-472D-4E0A-B7FF-5B17ACF7E6F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555410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3CADB1-4CF4-4142-AF1D-191B955A7664}" type="datetime1">
              <a:rPr lang="ru-RU" smtClean="0"/>
              <a:t>04.12.2025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ACDCC-472D-4E0A-B7FF-5B17ACF7E6F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130220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A69E07-F31D-4C18-B466-A7B30975023D}" type="datetime1">
              <a:rPr lang="ru-RU" smtClean="0"/>
              <a:t>04.12.2025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ACDCC-472D-4E0A-B7FF-5B17ACF7E6F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259494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37D06-823D-423E-A36A-2412E98ADFC3}" type="datetime1">
              <a:rPr lang="ru-RU" smtClean="0"/>
              <a:t>04.12.2025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ACDCC-472D-4E0A-B7FF-5B17ACF7E6F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479888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B2CF2-F177-4F64-8B16-F6E1C1173386}" type="datetime1">
              <a:rPr lang="ru-RU" smtClean="0"/>
              <a:t>04.12.2025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ACDCC-472D-4E0A-B7FF-5B17ACF7E6F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027540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94AC0-3B07-4263-9182-ECC84A6C9A2A}" type="datetime1">
              <a:rPr lang="ru-RU" smtClean="0"/>
              <a:t>04.12.2025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ACDCC-472D-4E0A-B7FF-5B17ACF7E6F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913364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74402D-F579-40D1-865D-E3A949F515DF}" type="datetime1">
              <a:rPr lang="ru-RU" smtClean="0"/>
              <a:t>04.12.2025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ACDCC-472D-4E0A-B7FF-5B17ACF7E6F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322788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DB952-F62C-402A-A47A-CD4C6F1839C7}" type="datetime1">
              <a:rPr lang="ru-RU" smtClean="0"/>
              <a:t>04.12.2025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ACDCC-472D-4E0A-B7FF-5B17ACF7E6F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736711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6A880-E713-4E2B-8341-3001879230C1}" type="datetime1">
              <a:rPr lang="ru-RU" smtClean="0"/>
              <a:t>04.12.2025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ACDCC-472D-4E0A-B7FF-5B17ACF7E6F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45393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5B8BE6-0651-405D-BD2F-30B7A5E788AD}" type="datetime1">
              <a:rPr lang="ru-RU" smtClean="0"/>
              <a:t>04.12.2025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1ACDCC-472D-4E0A-B7FF-5B17ACF7E6F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68749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3D575EC-0DA7-FF04-F437-2C0810ABA29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sz="7200" dirty="0">
                <a:latin typeface="Constantia" panose="02030602050306030303" pitchFamily="18" charset="0"/>
              </a:rPr>
              <a:t>Автошкола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0CE3903-FE5B-0F56-6AAB-57EF786F7E1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endParaRPr lang="ru-RU" dirty="0"/>
          </a:p>
          <a:p>
            <a:pPr algn="r"/>
            <a:r>
              <a:rPr lang="ru-RU" dirty="0" err="1">
                <a:latin typeface="Constantia" panose="02030602050306030303" pitchFamily="18" charset="0"/>
              </a:rPr>
              <a:t>Милузов</a:t>
            </a:r>
            <a:r>
              <a:rPr lang="ru-RU" dirty="0">
                <a:latin typeface="Constantia" panose="02030602050306030303" pitchFamily="18" charset="0"/>
              </a:rPr>
              <a:t> Алексей, 932304</a:t>
            </a:r>
          </a:p>
        </p:txBody>
      </p:sp>
    </p:spTree>
    <p:extLst>
      <p:ext uri="{BB962C8B-B14F-4D97-AF65-F5344CB8AC3E}">
        <p14:creationId xmlns:p14="http://schemas.microsoft.com/office/powerpoint/2010/main" val="27423098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23871B-3EA8-DBEB-823B-4CB97CC8A3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A8CFF84-82DB-30B4-C9B2-8D22C6DDDE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989" y="2166810"/>
            <a:ext cx="10823448" cy="2524379"/>
          </a:xfrm>
        </p:spPr>
        <p:txBody>
          <a:bodyPr>
            <a:normAutofit/>
          </a:bodyPr>
          <a:lstStyle/>
          <a:p>
            <a:r>
              <a:rPr lang="ru-RU" sz="5400" dirty="0">
                <a:latin typeface="Constantia" panose="02030602050306030303" pitchFamily="18" charset="0"/>
              </a:rPr>
              <a:t>Модель </a:t>
            </a:r>
            <a:br>
              <a:rPr lang="ru-RU" sz="5400" dirty="0">
                <a:latin typeface="Constantia" panose="02030602050306030303" pitchFamily="18" charset="0"/>
              </a:rPr>
            </a:br>
            <a:r>
              <a:rPr lang="ru-RU" sz="5400" dirty="0">
                <a:latin typeface="Constantia" panose="02030602050306030303" pitchFamily="18" charset="0"/>
              </a:rPr>
              <a:t>предметной </a:t>
            </a:r>
            <a:br>
              <a:rPr lang="ru-RU" sz="5400" dirty="0">
                <a:latin typeface="Constantia" panose="02030602050306030303" pitchFamily="18" charset="0"/>
              </a:rPr>
            </a:br>
            <a:r>
              <a:rPr lang="ru-RU" sz="5400" dirty="0">
                <a:latin typeface="Constantia" panose="02030602050306030303" pitchFamily="18" charset="0"/>
              </a:rPr>
              <a:t>области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BEE774F4-4412-7C57-75E2-FDB5FAC8CE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10329" y="189365"/>
            <a:ext cx="6281928" cy="64792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5D1E8803-5F80-F74C-D92C-BB57744411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ACDCC-472D-4E0A-B7FF-5B17ACF7E6FB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807209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94735D-4045-7C67-02CC-AFDDB54100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4A75A87-2033-1F16-49D3-328580CC94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5400" dirty="0">
                <a:latin typeface="Constantia" panose="02030602050306030303" pitchFamily="18" charset="0"/>
              </a:rPr>
              <a:t>Диаграмма коммуникаций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18B34C9D-C5CC-D142-CCD7-B4815F3D3C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2858" y="1690688"/>
            <a:ext cx="7986284" cy="45050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3E2485FC-630D-0F58-841A-53EA222BA9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ACDCC-472D-4E0A-B7FF-5B17ACF7E6FB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080434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76E266-D368-B3D1-A6FC-9C0D607AD5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1A7F68-0538-D0BE-7E03-86FB6ECFB1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5400" dirty="0">
                <a:latin typeface="Constantia" panose="02030602050306030303" pitchFamily="18" charset="0"/>
              </a:rPr>
              <a:t>Диаграмма анализа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5844352-DAA7-82B8-7B8A-694084AB8A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ACDCC-472D-4E0A-B7FF-5B17ACF7E6FB}" type="slidenum">
              <a:rPr lang="ru-RU" smtClean="0"/>
              <a:t>4</a:t>
            </a:fld>
            <a:endParaRPr lang="ru-RU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6DB40531-2D64-73EE-E64E-F009992DB3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3618" y="2202752"/>
            <a:ext cx="7864763" cy="33842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127524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6DC700-D350-220A-CC62-C3C60EF4F2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2A03CA-AEFC-4C26-58F5-BA55CF736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989" y="2166810"/>
            <a:ext cx="10823448" cy="2524379"/>
          </a:xfrm>
        </p:spPr>
        <p:txBody>
          <a:bodyPr>
            <a:normAutofit/>
          </a:bodyPr>
          <a:lstStyle/>
          <a:p>
            <a:r>
              <a:rPr lang="ru-RU" sz="5400" dirty="0">
                <a:latin typeface="Constantia" panose="02030602050306030303" pitchFamily="18" charset="0"/>
              </a:rPr>
              <a:t>Диаграмма</a:t>
            </a:r>
            <a:br>
              <a:rPr lang="ru-RU" sz="5400" dirty="0">
                <a:latin typeface="Constantia" panose="02030602050306030303" pitchFamily="18" charset="0"/>
              </a:rPr>
            </a:br>
            <a:r>
              <a:rPr lang="ru-RU" sz="5400" dirty="0">
                <a:latin typeface="Constantia" panose="02030602050306030303" pitchFamily="18" charset="0"/>
              </a:rPr>
              <a:t>классов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9431F3A6-2B0F-ED83-99CF-3ED467E89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ACDCC-472D-4E0A-B7FF-5B17ACF7E6FB}" type="slidenum">
              <a:rPr lang="ru-RU" smtClean="0"/>
              <a:t>5</a:t>
            </a:fld>
            <a:endParaRPr lang="ru-RU"/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284ADDA6-A604-CED2-6EA8-13B912577F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7503" y="337400"/>
            <a:ext cx="7142356" cy="63037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454373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23B78C-EF38-9D1C-7A6B-4FCFC3256F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EC2EC4F-36BA-26B4-C096-11F577700C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989" y="2166810"/>
            <a:ext cx="10823448" cy="2524379"/>
          </a:xfrm>
        </p:spPr>
        <p:txBody>
          <a:bodyPr>
            <a:normAutofit/>
          </a:bodyPr>
          <a:lstStyle/>
          <a:p>
            <a:r>
              <a:rPr lang="ru-RU" sz="3600" dirty="0">
                <a:latin typeface="Constantia" panose="02030602050306030303" pitchFamily="18" charset="0"/>
              </a:rPr>
              <a:t>Диаграмма</a:t>
            </a:r>
            <a:br>
              <a:rPr lang="ru-RU" sz="3600" dirty="0">
                <a:latin typeface="Constantia" panose="02030602050306030303" pitchFamily="18" charset="0"/>
              </a:rPr>
            </a:br>
            <a:r>
              <a:rPr lang="ru-RU" sz="3600" dirty="0">
                <a:latin typeface="Constantia" panose="02030602050306030303" pitchFamily="18" charset="0"/>
              </a:rPr>
              <a:t>последовательностей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3F5DE602-C1E9-0217-5276-4574E0EB8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ACDCC-472D-4E0A-B7FF-5B17ACF7E6FB}" type="slidenum">
              <a:rPr lang="ru-RU" smtClean="0"/>
              <a:t>6</a:t>
            </a:fld>
            <a:endParaRPr lang="ru-RU"/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D6CB84D6-BF2E-29A3-AA9E-D823DCA78E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6257" y="120322"/>
            <a:ext cx="5969699" cy="66173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67801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D35155-999A-52BA-3911-0EEECBDAB4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F4D9C3E-E916-61D5-9D81-988EF94913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ru-RU" sz="5400" dirty="0">
                <a:latin typeface="Constantia" panose="02030602050306030303" pitchFamily="18" charset="0"/>
              </a:rPr>
              <a:t>Диаграмма последовательностей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90B26B5-4593-11BC-9E6B-D11980F521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ACDCC-472D-4E0A-B7FF-5B17ACF7E6FB}" type="slidenum">
              <a:rPr lang="ru-RU" smtClean="0"/>
              <a:t>7</a:t>
            </a:fld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FE04FA2-68C3-E478-EA91-1C1025D2A2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025" y="1719548"/>
            <a:ext cx="11091949" cy="3418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67966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C3056B-2802-ED30-DE7E-16914FD87C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46C6F9-92AB-DAE0-F2CD-8536B84FA7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ru-RU" sz="5400" dirty="0">
                <a:latin typeface="Constantia" panose="02030602050306030303" pitchFamily="18" charset="0"/>
              </a:rPr>
              <a:t>Диаграмма последовательностей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9C24AE3-212A-26A6-BAA0-76D8C9830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ACDCC-472D-4E0A-B7FF-5B17ACF7E6FB}" type="slidenum">
              <a:rPr lang="ru-RU" smtClean="0"/>
              <a:t>8</a:t>
            </a:fld>
            <a:endParaRPr lang="ru-RU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C6280C07-EE3F-014C-DC85-753F707372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8100" y="1690688"/>
            <a:ext cx="4495800" cy="4581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53508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D271B8-1360-68F6-E9CB-719C2F44A4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062DF6-E2A7-CA64-0805-F3A5AE92B4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ru-RU" sz="5400" dirty="0">
                <a:latin typeface="Constantia" panose="02030602050306030303" pitchFamily="18" charset="0"/>
              </a:rPr>
              <a:t>Диаграмма последовательностей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FDBB3A9-1730-72A9-7372-481551031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ACDCC-472D-4E0A-B7FF-5B17ACF7E6FB}" type="slidenum">
              <a:rPr lang="ru-RU" smtClean="0"/>
              <a:t>9</a:t>
            </a:fld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5312D49-31AA-B529-46D9-3A2D9777F7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9725" y="2174938"/>
            <a:ext cx="8972550" cy="3495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28399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D03124-BA16-07EE-DBCF-D281F96F9B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C7F6CA0-4A70-A78B-7633-E969A76B28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989" y="2166810"/>
            <a:ext cx="10823448" cy="2524379"/>
          </a:xfrm>
        </p:spPr>
        <p:txBody>
          <a:bodyPr>
            <a:normAutofit/>
          </a:bodyPr>
          <a:lstStyle/>
          <a:p>
            <a:r>
              <a:rPr lang="ru-RU" sz="5400" dirty="0">
                <a:latin typeface="Constantia" panose="02030602050306030303" pitchFamily="18" charset="0"/>
              </a:rPr>
              <a:t>Диаграмма</a:t>
            </a:r>
            <a:br>
              <a:rPr lang="ru-RU" sz="5400" dirty="0">
                <a:latin typeface="Constantia" panose="02030602050306030303" pitchFamily="18" charset="0"/>
              </a:rPr>
            </a:br>
            <a:r>
              <a:rPr lang="ru-RU" sz="5400" dirty="0">
                <a:latin typeface="Constantia" panose="02030602050306030303" pitchFamily="18" charset="0"/>
              </a:rPr>
              <a:t>объектов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02FEEF7D-D34B-0286-D386-2D5D3A300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ACDCC-472D-4E0A-B7FF-5B17ACF7E6FB}" type="slidenum">
              <a:rPr lang="ru-RU" smtClean="0"/>
              <a:t>10</a:t>
            </a:fld>
            <a:endParaRPr lang="ru-RU"/>
          </a:p>
        </p:txBody>
      </p:sp>
      <p:pic>
        <p:nvPicPr>
          <p:cNvPr id="12290" name="Picture 2">
            <a:extLst>
              <a:ext uri="{FF2B5EF4-FFF2-40B4-BE49-F238E27FC236}">
                <a16:creationId xmlns:a16="http://schemas.microsoft.com/office/drawing/2014/main" id="{BD2CF3FE-505C-AE5A-8779-7A48795777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0480" y="540327"/>
            <a:ext cx="8219975" cy="57810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057387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4E5E0C-DE2D-4EA7-B9E9-D1FD7D21A0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B830053-9B22-6B72-38A2-A9F6A5ECE5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ru-RU" sz="5400" dirty="0">
                <a:latin typeface="Constantia" panose="02030602050306030303" pitchFamily="18" charset="0"/>
              </a:rPr>
              <a:t>Диаграмма вариантов использования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536F299-2D83-3745-1EBF-C9D6A0137A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ACDCC-472D-4E0A-B7FF-5B17ACF7E6FB}" type="slidenum">
              <a:rPr lang="ru-RU" smtClean="0"/>
              <a:t>11</a:t>
            </a:fld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5E14312-5229-7F47-1192-A458AD577EE1}"/>
              </a:ext>
            </a:extLst>
          </p:cNvPr>
          <p:cNvSpPr txBox="1"/>
          <p:nvPr/>
        </p:nvSpPr>
        <p:spPr>
          <a:xfrm>
            <a:off x="4929538" y="1690688"/>
            <a:ext cx="233292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dirty="0">
                <a:latin typeface="Constantia" panose="02030602050306030303" pitchFamily="18" charset="0"/>
              </a:rPr>
              <a:t>Конкуренты</a:t>
            </a:r>
            <a:endParaRPr lang="ru-RU" sz="2800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4B9F9149-B37F-96B1-B94D-89E94D597C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1991" y="2402821"/>
            <a:ext cx="9748018" cy="3324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3451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9268A4-4E3A-A3D3-37E9-02468BF440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4D5AC86-0535-353F-5C57-9A474C31C2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989" y="2166810"/>
            <a:ext cx="10823448" cy="2524379"/>
          </a:xfrm>
        </p:spPr>
        <p:txBody>
          <a:bodyPr>
            <a:normAutofit/>
          </a:bodyPr>
          <a:lstStyle/>
          <a:p>
            <a:r>
              <a:rPr lang="ru-RU" sz="4800" dirty="0">
                <a:latin typeface="Constantia" panose="02030602050306030303" pitchFamily="18" charset="0"/>
              </a:rPr>
              <a:t>Диаграмма</a:t>
            </a:r>
            <a:br>
              <a:rPr lang="ru-RU" sz="4800" dirty="0">
                <a:latin typeface="Constantia" panose="02030602050306030303" pitchFamily="18" charset="0"/>
              </a:rPr>
            </a:br>
            <a:r>
              <a:rPr lang="ru-RU" sz="4800" dirty="0">
                <a:latin typeface="Constantia" panose="02030602050306030303" pitchFamily="18" charset="0"/>
              </a:rPr>
              <a:t>вариантов </a:t>
            </a:r>
            <a:br>
              <a:rPr lang="ru-RU" sz="4800" dirty="0">
                <a:latin typeface="Constantia" panose="02030602050306030303" pitchFamily="18" charset="0"/>
              </a:rPr>
            </a:br>
            <a:r>
              <a:rPr lang="ru-RU" sz="4800" dirty="0">
                <a:latin typeface="Constantia" panose="02030602050306030303" pitchFamily="18" charset="0"/>
              </a:rPr>
              <a:t>использования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81E1C0C-879D-6420-FABE-5CB5A4552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ACDCC-472D-4E0A-B7FF-5B17ACF7E6FB}" type="slidenum">
              <a:rPr lang="ru-RU" smtClean="0"/>
              <a:t>12</a:t>
            </a:fld>
            <a:endParaRPr lang="ru-R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4E546EF-F50C-221F-5609-A671DC8F6712}"/>
              </a:ext>
            </a:extLst>
          </p:cNvPr>
          <p:cNvSpPr txBox="1"/>
          <p:nvPr/>
        </p:nvSpPr>
        <p:spPr>
          <a:xfrm>
            <a:off x="802807" y="4691189"/>
            <a:ext cx="250116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dirty="0">
                <a:latin typeface="Constantia" panose="02030602050306030303" pitchFamily="18" charset="0"/>
              </a:rPr>
              <a:t>Наша система</a:t>
            </a:r>
            <a:endParaRPr lang="ru-RU" sz="2800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5586C20-2884-5C2D-C834-9C81C60631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7516" y="883150"/>
            <a:ext cx="7438230" cy="5091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21177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E327C5-D4EB-8F4A-1849-A9526191BC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F08B622-63EA-58CF-07AF-87539A8E6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5400" dirty="0">
                <a:latin typeface="Constantia" panose="02030602050306030303" pitchFamily="18" charset="0"/>
              </a:rPr>
              <a:t>Диаграмма пакетов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FC6565B-AFC2-1BBE-E946-E353532E3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ACDCC-472D-4E0A-B7FF-5B17ACF7E6FB}" type="slidenum">
              <a:rPr lang="ru-RU" smtClean="0"/>
              <a:t>13</a:t>
            </a:fld>
            <a:endParaRPr lang="ru-RU"/>
          </a:p>
        </p:txBody>
      </p:sp>
      <p:pic>
        <p:nvPicPr>
          <p:cNvPr id="13314" name="Picture 2">
            <a:extLst>
              <a:ext uri="{FF2B5EF4-FFF2-40B4-BE49-F238E27FC236}">
                <a16:creationId xmlns:a16="http://schemas.microsoft.com/office/drawing/2014/main" id="{9C707167-8391-8C27-AC07-CA6F1E5866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2757" y="1690688"/>
            <a:ext cx="9166485" cy="41614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463725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9053E6-C356-AFBC-AB5A-29F571C892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71D2AD-E221-CAD2-022B-0E2E47DCF2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989" y="2166810"/>
            <a:ext cx="10823448" cy="2524379"/>
          </a:xfrm>
        </p:spPr>
        <p:txBody>
          <a:bodyPr>
            <a:normAutofit/>
          </a:bodyPr>
          <a:lstStyle/>
          <a:p>
            <a:r>
              <a:rPr lang="ru-RU" sz="5400" dirty="0">
                <a:latin typeface="Constantia" panose="02030602050306030303" pitchFamily="18" charset="0"/>
              </a:rPr>
              <a:t>Диаграмма </a:t>
            </a:r>
            <a:br>
              <a:rPr lang="ru-RU" sz="5400" dirty="0">
                <a:latin typeface="Constantia" panose="02030602050306030303" pitchFamily="18" charset="0"/>
              </a:rPr>
            </a:br>
            <a:r>
              <a:rPr lang="ru-RU" sz="5400" dirty="0">
                <a:latin typeface="Constantia" panose="02030602050306030303" pitchFamily="18" charset="0"/>
              </a:rPr>
              <a:t>компонентов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2577AA0-2916-1B4A-F937-2803C15947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ACDCC-472D-4E0A-B7FF-5B17ACF7E6FB}" type="slidenum">
              <a:rPr lang="ru-RU" smtClean="0"/>
              <a:t>14</a:t>
            </a:fld>
            <a:endParaRPr lang="ru-RU"/>
          </a:p>
        </p:txBody>
      </p:sp>
      <p:pic>
        <p:nvPicPr>
          <p:cNvPr id="18434" name="Picture 2">
            <a:extLst>
              <a:ext uri="{FF2B5EF4-FFF2-40B4-BE49-F238E27FC236}">
                <a16:creationId xmlns:a16="http://schemas.microsoft.com/office/drawing/2014/main" id="{943927D7-CF61-A26C-ED03-A616DCE0E7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22764" y="542101"/>
            <a:ext cx="7531036" cy="57737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439033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817331-57B2-1687-BA5D-B995534EE0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544CD0-4443-625A-C7A3-E34E01866E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989" y="2166810"/>
            <a:ext cx="10823448" cy="2524379"/>
          </a:xfrm>
        </p:spPr>
        <p:txBody>
          <a:bodyPr>
            <a:normAutofit/>
          </a:bodyPr>
          <a:lstStyle/>
          <a:p>
            <a:r>
              <a:rPr lang="ru-RU" sz="5400" dirty="0">
                <a:latin typeface="Constantia" panose="02030602050306030303" pitchFamily="18" charset="0"/>
              </a:rPr>
              <a:t>Диаграмма </a:t>
            </a:r>
            <a:br>
              <a:rPr lang="ru-RU" sz="5400" dirty="0">
                <a:latin typeface="Constantia" panose="02030602050306030303" pitchFamily="18" charset="0"/>
              </a:rPr>
            </a:br>
            <a:r>
              <a:rPr lang="ru-RU" sz="5400" dirty="0">
                <a:latin typeface="Constantia" panose="02030602050306030303" pitchFamily="18" charset="0"/>
              </a:rPr>
              <a:t>размещения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ED16A84-0802-0503-1F95-9E21F0BA4F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ACDCC-472D-4E0A-B7FF-5B17ACF7E6FB}" type="slidenum">
              <a:rPr lang="ru-RU" smtClean="0"/>
              <a:t>15</a:t>
            </a:fld>
            <a:endParaRPr lang="ru-RU"/>
          </a:p>
        </p:txBody>
      </p:sp>
      <p:pic>
        <p:nvPicPr>
          <p:cNvPr id="20482" name="Picture 2">
            <a:extLst>
              <a:ext uri="{FF2B5EF4-FFF2-40B4-BE49-F238E27FC236}">
                <a16:creationId xmlns:a16="http://schemas.microsoft.com/office/drawing/2014/main" id="{2824C3DD-0BF9-DADC-83F6-E75593BE08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70427" y="659875"/>
            <a:ext cx="7233630" cy="5538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374576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0AF123-AFC1-73F1-6E00-FB6837F0EC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56F9FCB-C459-7E1E-9C59-3F9DAC1BA7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554678" cy="2387600"/>
          </a:xfrm>
        </p:spPr>
        <p:txBody>
          <a:bodyPr>
            <a:normAutofit/>
          </a:bodyPr>
          <a:lstStyle/>
          <a:p>
            <a:r>
              <a:rPr lang="ru-RU" sz="7200" dirty="0">
                <a:latin typeface="Constantia" panose="02030602050306030303" pitchFamily="18" charset="0"/>
              </a:rPr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42545488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BACD056-5383-8FB1-454C-216E1292F4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989" y="2166810"/>
            <a:ext cx="10823448" cy="2524379"/>
          </a:xfrm>
        </p:spPr>
        <p:txBody>
          <a:bodyPr>
            <a:normAutofit/>
          </a:bodyPr>
          <a:lstStyle/>
          <a:p>
            <a:r>
              <a:rPr lang="ru-RU" sz="5400" dirty="0">
                <a:latin typeface="Constantia" panose="02030602050306030303" pitchFamily="18" charset="0"/>
              </a:rPr>
              <a:t>Диаграмма </a:t>
            </a:r>
            <a:br>
              <a:rPr lang="ru-RU" sz="5400" dirty="0">
                <a:latin typeface="Constantia" panose="02030602050306030303" pitchFamily="18" charset="0"/>
              </a:rPr>
            </a:br>
            <a:r>
              <a:rPr lang="ru-RU" sz="5400" dirty="0">
                <a:latin typeface="Constantia" panose="02030602050306030303" pitchFamily="18" charset="0"/>
              </a:rPr>
              <a:t>деятельности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2478CD7-BFC1-27F4-632D-10D281D2E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ACDCC-472D-4E0A-B7FF-5B17ACF7E6FB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351918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BA48A90-344F-8F12-EABC-F3B8863490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5400" dirty="0">
                <a:latin typeface="Constantia" panose="02030602050306030303" pitchFamily="18" charset="0"/>
              </a:rPr>
              <a:t>Диаграмма состояний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8CC1E16-7BFC-B09B-1709-6F66B5D10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ACDCC-472D-4E0A-B7FF-5B17ACF7E6FB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2009588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Тема Office 2013–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144</TotalTime>
  <Words>73</Words>
  <Application>Microsoft Macintosh PowerPoint</Application>
  <PresentationFormat>Широкоэкранный</PresentationFormat>
  <Paragraphs>38</Paragraphs>
  <Slides>18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18</vt:i4>
      </vt:variant>
    </vt:vector>
  </HeadingPairs>
  <TitlesOfParts>
    <vt:vector size="24" baseType="lpstr">
      <vt:lpstr>Aptos</vt:lpstr>
      <vt:lpstr>Arial</vt:lpstr>
      <vt:lpstr>Calibri</vt:lpstr>
      <vt:lpstr>Calibri Light</vt:lpstr>
      <vt:lpstr>Constantia</vt:lpstr>
      <vt:lpstr>Тема Office 2013–2022</vt:lpstr>
      <vt:lpstr>Автошкола</vt:lpstr>
      <vt:lpstr>Модель  предметной  области</vt:lpstr>
      <vt:lpstr>Диаграмма коммуникаций</vt:lpstr>
      <vt:lpstr>Диаграмма анализа</vt:lpstr>
      <vt:lpstr>Диаграмма классов</vt:lpstr>
      <vt:lpstr>Диаграмма последовательностей</vt:lpstr>
      <vt:lpstr>Диаграмма последовательностей</vt:lpstr>
      <vt:lpstr>Диаграмма последовательностей</vt:lpstr>
      <vt:lpstr>Диаграмма последовательностей</vt:lpstr>
      <vt:lpstr>Диаграмма объектов</vt:lpstr>
      <vt:lpstr>Диаграмма вариантов использования</vt:lpstr>
      <vt:lpstr>Диаграмма вариантов  использования</vt:lpstr>
      <vt:lpstr>Диаграмма пакетов</vt:lpstr>
      <vt:lpstr>Диаграмма  компонентов</vt:lpstr>
      <vt:lpstr>Диаграмма  размещения</vt:lpstr>
      <vt:lpstr>Спасибо за внимание!</vt:lpstr>
      <vt:lpstr>Диаграмма  деятельности</vt:lpstr>
      <vt:lpstr>Диаграмма состояний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Dissxlutixn a</dc:creator>
  <cp:lastModifiedBy>Алексей</cp:lastModifiedBy>
  <cp:revision>2</cp:revision>
  <dcterms:created xsi:type="dcterms:W3CDTF">2025-12-03T17:46:16Z</dcterms:created>
  <dcterms:modified xsi:type="dcterms:W3CDTF">2025-12-03T20:45:22Z</dcterms:modified>
</cp:coreProperties>
</file>