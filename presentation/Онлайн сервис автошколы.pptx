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1"/>
  </p:notesMasterIdLst>
  <p:sldIdLst>
    <p:sldId id="256" r:id="rId2"/>
    <p:sldId id="260" r:id="rId3"/>
    <p:sldId id="262" r:id="rId4"/>
    <p:sldId id="263" r:id="rId5"/>
    <p:sldId id="264" r:id="rId6"/>
    <p:sldId id="265" r:id="rId7"/>
    <p:sldId id="267" r:id="rId8"/>
    <p:sldId id="268" r:id="rId9"/>
    <p:sldId id="269" r:id="rId10"/>
    <p:sldId id="266" r:id="rId11"/>
    <p:sldId id="270" r:id="rId12"/>
    <p:sldId id="273" r:id="rId13"/>
    <p:sldId id="274" r:id="rId14"/>
    <p:sldId id="276" r:id="rId15"/>
    <p:sldId id="277" r:id="rId16"/>
    <p:sldId id="257" r:id="rId17"/>
    <p:sldId id="258" r:id="rId18"/>
    <p:sldId id="279" r:id="rId19"/>
    <p:sldId id="27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7"/>
  </p:normalViewPr>
  <p:slideViewPr>
    <p:cSldViewPr snapToGrid="0">
      <p:cViewPr>
        <p:scale>
          <a:sx n="106" d="100"/>
          <a:sy n="106" d="100"/>
        </p:scale>
        <p:origin x="81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B4F8F-2701-4139-9954-E1B83836388D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106F7-1F0F-4D10-BD7B-ABA24567DA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32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8757A-AB20-4A23-98FB-D60389CB57EC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415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254-EADC-4141-A472-9C1B1CFAEE5C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317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59803-0F56-4C9F-9771-C9F5005F8535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554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CADB1-4CF4-4142-AF1D-191B955A7664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302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69E07-F31D-4C18-B466-A7B30975023D}" type="datetime1">
              <a:rPr lang="ru-RU" smtClean="0"/>
              <a:t>04.12.2025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949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06-823D-423E-A36A-2412E98ADFC3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98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B2CF2-F177-4F64-8B16-F6E1C1173386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2754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94AC0-3B07-4263-9182-ECC84A6C9A2A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336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4402D-F579-40D1-865D-E3A949F515DF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278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B952-F62C-402A-A47A-CD4C6F1839C7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671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A880-E713-4E2B-8341-3001879230C1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5393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B8BE6-0651-405D-BD2F-30B7A5E788AD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874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75EC-0DA7-FF04-F437-2C0810ABA2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Автошкола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0CE3903-FE5B-0F56-6AAB-57EF786F7E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endParaRPr lang="ru-RU" dirty="0"/>
          </a:p>
          <a:p>
            <a:pPr algn="r"/>
            <a:r>
              <a:rPr lang="ru-RU" dirty="0" err="1">
                <a:latin typeface="Constantia" panose="02030602050306030303" pitchFamily="18" charset="0"/>
              </a:rPr>
              <a:t>Милузов</a:t>
            </a:r>
            <a:r>
              <a:rPr lang="ru-RU" dirty="0">
                <a:latin typeface="Constantia" panose="02030602050306030303" pitchFamily="18" charset="0"/>
              </a:rPr>
              <a:t> Алексей, 932304</a:t>
            </a:r>
          </a:p>
        </p:txBody>
      </p:sp>
    </p:spTree>
    <p:extLst>
      <p:ext uri="{BB962C8B-B14F-4D97-AF65-F5344CB8AC3E}">
        <p14:creationId xmlns:p14="http://schemas.microsoft.com/office/powerpoint/2010/main" val="2742309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871B-3EA8-DBEB-823B-4CB97CC8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CFF84-82DB-30B4-C9B2-8D22C6DDD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Модель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предметной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области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1E8803-5F80-F74C-D92C-BB5774441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41BA8B-1A5E-AA75-8347-568985BA2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899" y="184413"/>
            <a:ext cx="6291532" cy="6489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720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735D-4045-7C67-02CC-AFDDB541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A75A87-2033-1F16-49D3-328580CC9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коммуникаций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8B34C9D-C5CC-D142-CCD7-B4815F3D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2858" y="1690688"/>
            <a:ext cx="7986284" cy="450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E2485FC-630D-0F58-841A-53EA222BA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043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6E266-D368-B3D1-A6FC-9C0D607A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1A7F68-0538-D0BE-7E03-86FB6ECFB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анализа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844352-DAA7-82B8-7B8A-694084AB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4</a:t>
            </a:fld>
            <a:endParaRPr lang="ru-RU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DB40531-2D64-73EE-E64E-F009992DB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618" y="2202752"/>
            <a:ext cx="7864763" cy="3384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752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DC700-D350-220A-CC62-C3C60EF4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A03CA-AEFC-4C26-58F5-BA55CF73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классов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431F3A6-2B0F-ED83-99CF-3ED467E8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5</a:t>
            </a:fld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84ADDA6-A604-CED2-6EA8-13B912577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503" y="337400"/>
            <a:ext cx="7142356" cy="6303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437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B78C-EF38-9D1C-7A6B-4FCFC325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C2EC4F-36BA-26B4-C096-11F577700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Constantia" panose="02030602050306030303" pitchFamily="18" charset="0"/>
              </a:rPr>
              <a:t>Диаграмма</a:t>
            </a:r>
            <a:br>
              <a:rPr lang="ru-RU" sz="3600" dirty="0">
                <a:latin typeface="Constantia" panose="02030602050306030303" pitchFamily="18" charset="0"/>
              </a:rPr>
            </a:br>
            <a:r>
              <a:rPr lang="ru-RU" sz="3600" dirty="0">
                <a:latin typeface="Constantia" panose="02030602050306030303" pitchFamily="18" charset="0"/>
              </a:rPr>
              <a:t>последовательностей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F5DE602-C1E9-0217-5276-4574E0EB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6</a:t>
            </a:fld>
            <a:endParaRPr lang="ru-RU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6CB84D6-BF2E-29A3-AA9E-D823DCA78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2738" y="-78443"/>
            <a:ext cx="5969699" cy="6617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80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35155-999A-52BA-3911-0EEECBDAB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9C3E-E916-61D5-9D81-988EF9491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0B26B5-4593-11BC-9E6B-D11980F52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7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E04FA2-68C3-E478-EA91-1C1025D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25" y="1719548"/>
            <a:ext cx="11091949" cy="341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796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3056B-2802-ED30-DE7E-16914FD8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46C6F9-92AB-DAE0-F2CD-8536B84F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C24AE3-212A-26A6-BAA0-76D8C983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8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280C07-EE3F-014C-DC85-753F70737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100" y="1690688"/>
            <a:ext cx="4495800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5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271B8-1360-68F6-E9CB-719C2F4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062DF6-E2A7-CA64-0805-F3A5AE92B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BB3A9-1730-72A9-7372-48155103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9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312D49-31AA-B529-46D9-3A2D9777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25" y="2174938"/>
            <a:ext cx="897255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839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03124-BA16-07EE-DBCF-D281F96F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7F6CA0-4A70-A78B-7633-E969A76B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объектов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2FEEF7D-D34B-0286-D386-2D5D3A300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10</a:t>
            </a:fld>
            <a:endParaRPr lang="ru-RU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D2CF3FE-505C-AE5A-8779-7A487957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80" y="540327"/>
            <a:ext cx="8219975" cy="5781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5738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5E0C-DE2D-4EA7-B9E9-D1FD7D21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30053-9B22-6B72-38A2-A9F6A5EC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вариантов 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36F299-2D83-3745-1EBF-C9D6A013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14312-5229-7F47-1192-A458AD577EE1}"/>
              </a:ext>
            </a:extLst>
          </p:cNvPr>
          <p:cNvSpPr txBox="1"/>
          <p:nvPr/>
        </p:nvSpPr>
        <p:spPr>
          <a:xfrm>
            <a:off x="4929538" y="1690688"/>
            <a:ext cx="23329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Конкуренты</a:t>
            </a:r>
            <a:endParaRPr lang="ru-RU" sz="28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B9F9149-B37F-96B1-B94D-89E94D597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991" y="2402821"/>
            <a:ext cx="9748018" cy="332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4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68A4-4E3A-A3D3-37E9-02468BF44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D5AC86-0535-353F-5C57-9A474C31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4800" dirty="0">
                <a:latin typeface="Constantia" panose="02030602050306030303" pitchFamily="18" charset="0"/>
              </a:rPr>
              <a:t>Диаграмма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вариантов 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81E1C0C-879D-6420-FABE-5CB5A455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E546EF-F50C-221F-5609-A671DC8F6712}"/>
              </a:ext>
            </a:extLst>
          </p:cNvPr>
          <p:cNvSpPr txBox="1"/>
          <p:nvPr/>
        </p:nvSpPr>
        <p:spPr>
          <a:xfrm>
            <a:off x="802807" y="4691189"/>
            <a:ext cx="2501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Наша система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86C20-2884-5C2D-C834-9C81C6063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516" y="883150"/>
            <a:ext cx="7438230" cy="509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17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327C5-D4EB-8F4A-1849-A9526191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8B622-63EA-58CF-07AF-87539A8E6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пакетов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6565B-AFC2-1BBE-E946-E353532E3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13</a:t>
            </a:fld>
            <a:endParaRPr lang="ru-RU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9C707167-8391-8C27-AC07-CA6F1E586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757" y="1690688"/>
            <a:ext cx="9166485" cy="41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6372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053E6-C356-AFBC-AB5A-29F571C8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71D2AD-E221-CAD2-022B-0E2E47DCF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компонентов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2577AA0-2916-1B4A-F937-2803C159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14</a:t>
            </a:fld>
            <a:endParaRPr lang="ru-RU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943927D7-CF61-A26C-ED03-A616DCE0E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764" y="542101"/>
            <a:ext cx="7531036" cy="5773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390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17331-57B2-1687-BA5D-B995534E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44CD0-4443-625A-C7A3-E34E01866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размещения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D16A84-0802-0503-1F95-9E21F0B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15</a:t>
            </a:fld>
            <a:endParaRPr lang="ru-RU"/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2824C3DD-0BF9-DADC-83F6-E75593BE0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427" y="659875"/>
            <a:ext cx="7233630" cy="5538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7457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ACD056-5383-8FB1-454C-216E1292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деятельности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478CD7-BFC1-27F4-632D-10D281D2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16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97E1D6-6929-B90E-95B4-5B6CA1BC34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5656" y="136525"/>
            <a:ext cx="4689887" cy="65324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5191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A48A90-344F-8F12-EABC-F3B88634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CC1E16-7BFC-B09B-1709-6F66B5D10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17</a:t>
            </a:fld>
            <a:endParaRPr lang="ru-RU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EA4914F-08D9-1137-181F-346B6DEB4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0" y="1873877"/>
            <a:ext cx="12088880" cy="311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095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80A9-C387-0C8D-EED9-8AD96A9C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CB7415-F48C-CFE4-C8F8-C6AF708A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A002F1-3ED0-FAA3-BBB1-62B48EF9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18</a:t>
            </a:fld>
            <a:endParaRPr lang="ru-RU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DD2301B-2C03-A303-BA21-30175FC4B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42" y="1588791"/>
            <a:ext cx="10939516" cy="476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49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AF123-AFC1-73F1-6E00-FB6837F0E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F9FCB-C459-7E1E-9C59-3F9DAC1BA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554678" cy="2387600"/>
          </a:xfrm>
        </p:spPr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2545488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280</TotalTime>
  <Words>76</Words>
  <Application>Microsoft Macintosh PowerPoint</Application>
  <PresentationFormat>Широкоэкранный</PresentationFormat>
  <Paragraphs>40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Constantia</vt:lpstr>
      <vt:lpstr>Тема Office 2013–2022</vt:lpstr>
      <vt:lpstr>Автошкола</vt:lpstr>
      <vt:lpstr>Модель  предметной  области</vt:lpstr>
      <vt:lpstr>Диаграмма коммуникаций</vt:lpstr>
      <vt:lpstr>Диаграмма анализа</vt:lpstr>
      <vt:lpstr>Диаграмма классов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объектов</vt:lpstr>
      <vt:lpstr>Диаграмма вариантов использования</vt:lpstr>
      <vt:lpstr>Диаграмма вариантов  использования</vt:lpstr>
      <vt:lpstr>Диаграмма пакетов</vt:lpstr>
      <vt:lpstr>Диаграмма  компонентов</vt:lpstr>
      <vt:lpstr>Диаграмма  размещения</vt:lpstr>
      <vt:lpstr>Диаграмма  деятельности</vt:lpstr>
      <vt:lpstr>Диаграмма состояний</vt:lpstr>
      <vt:lpstr>Диаграмма состояний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Dissxlutixn a</dc:creator>
  <cp:lastModifiedBy>Алексей</cp:lastModifiedBy>
  <cp:revision>5</cp:revision>
  <dcterms:created xsi:type="dcterms:W3CDTF">2025-12-03T17:46:16Z</dcterms:created>
  <dcterms:modified xsi:type="dcterms:W3CDTF">2025-12-04T06:54:21Z</dcterms:modified>
</cp:coreProperties>
</file>