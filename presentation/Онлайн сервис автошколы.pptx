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sldIdLst>
    <p:sldId id="256" r:id="rId2"/>
    <p:sldId id="260" r:id="rId3"/>
    <p:sldId id="262" r:id="rId4"/>
    <p:sldId id="263" r:id="rId5"/>
    <p:sldId id="264" r:id="rId6"/>
    <p:sldId id="265" r:id="rId7"/>
    <p:sldId id="267" r:id="rId8"/>
    <p:sldId id="268" r:id="rId9"/>
    <p:sldId id="269" r:id="rId10"/>
    <p:sldId id="266" r:id="rId11"/>
    <p:sldId id="270" r:id="rId12"/>
    <p:sldId id="273" r:id="rId13"/>
    <p:sldId id="274" r:id="rId14"/>
    <p:sldId id="276" r:id="rId15"/>
    <p:sldId id="277" r:id="rId16"/>
    <p:sldId id="278" r:id="rId17"/>
    <p:sldId id="257" r:id="rId18"/>
    <p:sldId id="25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B4F8F-2701-4139-9954-E1B83836388D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106F7-1F0F-4D10-BD7B-ABA24567DA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328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8757A-AB20-4A23-98FB-D60389CB57EC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41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B254-EADC-4141-A472-9C1B1CFAEE5C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317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9803-0F56-4C9F-9771-C9F5005F8535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554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CADB1-4CF4-4142-AF1D-191B955A7664}" type="datetime1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022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69E07-F31D-4C18-B466-A7B30975023D}" type="datetime1">
              <a:rPr lang="ru-RU" smtClean="0"/>
              <a:t>04.12.2025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949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7D06-823D-423E-A36A-2412E98ADFC3}" type="datetime1">
              <a:rPr lang="ru-RU" smtClean="0"/>
              <a:t>04.12.2025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98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B2CF2-F177-4F64-8B16-F6E1C1173386}" type="datetime1">
              <a:rPr lang="ru-RU" smtClean="0"/>
              <a:t>04.12.2025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754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94AC0-3B07-4263-9182-ECC84A6C9A2A}" type="datetime1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336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402D-F579-40D1-865D-E3A949F515DF}" type="datetime1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278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B952-F62C-402A-A47A-CD4C6F1839C7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3671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A880-E713-4E2B-8341-3001879230C1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393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B8BE6-0651-405D-BD2F-30B7A5E788AD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74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D575EC-0DA7-FF04-F437-2C0810ABA2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7200" dirty="0">
                <a:latin typeface="Constantia" panose="02030602050306030303" pitchFamily="18" charset="0"/>
              </a:rPr>
              <a:t>Автошкола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CE3903-FE5B-0F56-6AAB-57EF786F7E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ru-RU" dirty="0"/>
          </a:p>
          <a:p>
            <a:pPr algn="r"/>
            <a:r>
              <a:rPr lang="ru-RU" dirty="0" err="1">
                <a:latin typeface="Constantia" panose="02030602050306030303" pitchFamily="18" charset="0"/>
              </a:rPr>
              <a:t>Милузов</a:t>
            </a:r>
            <a:r>
              <a:rPr lang="ru-RU" dirty="0">
                <a:latin typeface="Constantia" panose="02030602050306030303" pitchFamily="18" charset="0"/>
              </a:rPr>
              <a:t> Алексей, 932304</a:t>
            </a:r>
          </a:p>
        </p:txBody>
      </p:sp>
    </p:spTree>
    <p:extLst>
      <p:ext uri="{BB962C8B-B14F-4D97-AF65-F5344CB8AC3E}">
        <p14:creationId xmlns:p14="http://schemas.microsoft.com/office/powerpoint/2010/main" val="274230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3871B-3EA8-DBEB-823B-4CB97CC8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CFF84-82DB-30B4-C9B2-8D22C6DDD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89" y="2166810"/>
            <a:ext cx="10823448" cy="2524379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Constantia" panose="02030602050306030303" pitchFamily="18" charset="0"/>
              </a:rPr>
              <a:t>Модель </a:t>
            </a:r>
            <a:br>
              <a:rPr lang="ru-RU" sz="5400" dirty="0">
                <a:latin typeface="Constantia" panose="02030602050306030303" pitchFamily="18" charset="0"/>
              </a:rPr>
            </a:br>
            <a:r>
              <a:rPr lang="ru-RU" sz="5400" dirty="0">
                <a:latin typeface="Constantia" panose="02030602050306030303" pitchFamily="18" charset="0"/>
              </a:rPr>
              <a:t>предметной </a:t>
            </a:r>
            <a:br>
              <a:rPr lang="ru-RU" sz="5400" dirty="0">
                <a:latin typeface="Constantia" panose="02030602050306030303" pitchFamily="18" charset="0"/>
              </a:rPr>
            </a:br>
            <a:r>
              <a:rPr lang="ru-RU" sz="5400" dirty="0">
                <a:latin typeface="Constantia" panose="02030602050306030303" pitchFamily="18" charset="0"/>
              </a:rPr>
              <a:t>области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EE774F4-4412-7C57-75E2-FDB5FAC8C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329" y="189365"/>
            <a:ext cx="6281928" cy="647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D1E8803-5F80-F74C-D92C-BB577444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720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735D-4045-7C67-02CC-AFDDB541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A75A87-2033-1F16-49D3-328580CC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dirty="0">
                <a:latin typeface="Constantia" panose="02030602050306030303" pitchFamily="18" charset="0"/>
              </a:rPr>
              <a:t>Диаграмма коммуникаций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8B34C9D-C5CC-D142-CCD7-B4815F3D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858" y="1690688"/>
            <a:ext cx="7986284" cy="450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E2485FC-630D-0F58-841A-53EA222BA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8043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6E266-D368-B3D1-A6FC-9C0D607AD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A7F68-0538-D0BE-7E03-86FB6ECFB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dirty="0">
                <a:latin typeface="Constantia" panose="02030602050306030303" pitchFamily="18" charset="0"/>
              </a:rPr>
              <a:t>Диаграмма анализа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844352-DAA7-82B8-7B8A-694084AB8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4</a:t>
            </a:fld>
            <a:endParaRPr lang="ru-RU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DB40531-2D64-73EE-E64E-F009992DB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618" y="2202752"/>
            <a:ext cx="7864763" cy="3384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2752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DC700-D350-220A-CC62-C3C60EF4F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03CA-AEFC-4C26-58F5-BA55CF736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89" y="2166810"/>
            <a:ext cx="10823448" cy="2524379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Constantia" panose="02030602050306030303" pitchFamily="18" charset="0"/>
              </a:rPr>
              <a:t>Диаграмма</a:t>
            </a:r>
            <a:br>
              <a:rPr lang="ru-RU" sz="5400" dirty="0">
                <a:latin typeface="Constantia" panose="02030602050306030303" pitchFamily="18" charset="0"/>
              </a:rPr>
            </a:br>
            <a:r>
              <a:rPr lang="ru-RU" sz="5400" dirty="0">
                <a:latin typeface="Constantia" panose="02030602050306030303" pitchFamily="18" charset="0"/>
              </a:rPr>
              <a:t>классов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431F3A6-2B0F-ED83-99CF-3ED467E8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5</a:t>
            </a:fld>
            <a:endParaRPr lang="ru-RU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84ADDA6-A604-CED2-6EA8-13B912577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503" y="337400"/>
            <a:ext cx="7142356" cy="6303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437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3B78C-EF38-9D1C-7A6B-4FCFC3256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C2EC4F-36BA-26B4-C096-11F577700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89" y="2166810"/>
            <a:ext cx="10823448" cy="2524379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Constantia" panose="02030602050306030303" pitchFamily="18" charset="0"/>
              </a:rPr>
              <a:t>Диаграмма</a:t>
            </a:r>
            <a:br>
              <a:rPr lang="ru-RU" sz="3600" dirty="0">
                <a:latin typeface="Constantia" panose="02030602050306030303" pitchFamily="18" charset="0"/>
              </a:rPr>
            </a:br>
            <a:r>
              <a:rPr lang="ru-RU" sz="3600" dirty="0">
                <a:latin typeface="Constantia" panose="02030602050306030303" pitchFamily="18" charset="0"/>
              </a:rPr>
              <a:t>последовательностей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5DE602-C1E9-0217-5276-4574E0EB8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6</a:t>
            </a:fld>
            <a:endParaRPr lang="ru-RU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6CB84D6-BF2E-29A3-AA9E-D823DCA78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257" y="120322"/>
            <a:ext cx="5969699" cy="66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80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35155-999A-52BA-3911-0EEECBDAB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D9C3E-E916-61D5-9D81-988EF9491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5400" dirty="0">
                <a:latin typeface="Constantia" panose="02030602050306030303" pitchFamily="18" charset="0"/>
              </a:rPr>
              <a:t>Диаграмма последовательностей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0B26B5-4593-11BC-9E6B-D11980F52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E04FA2-68C3-E478-EA91-1C1025D2A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25" y="1719548"/>
            <a:ext cx="11091949" cy="341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796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3056B-2802-ED30-DE7E-16914FD8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46C6F9-92AB-DAE0-F2CD-8536B84FA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5400" dirty="0">
                <a:latin typeface="Constantia" panose="02030602050306030303" pitchFamily="18" charset="0"/>
              </a:rPr>
              <a:t>Диаграмма последовательностей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C24AE3-212A-26A6-BAA0-76D8C983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8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280C07-EE3F-014C-DC85-753F70737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100" y="1690688"/>
            <a:ext cx="449580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350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271B8-1360-68F6-E9CB-719C2F44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62DF6-E2A7-CA64-0805-F3A5AE92B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5400" dirty="0">
                <a:latin typeface="Constantia" panose="02030602050306030303" pitchFamily="18" charset="0"/>
              </a:rPr>
              <a:t>Диаграмма последовательностей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DBB3A9-1730-72A9-7372-48155103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312D49-31AA-B529-46D9-3A2D9777F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2174938"/>
            <a:ext cx="897255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839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03124-BA16-07EE-DBCF-D281F96F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7F6CA0-4A70-A78B-7633-E969A76B2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89" y="2166810"/>
            <a:ext cx="10823448" cy="2524379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Constantia" panose="02030602050306030303" pitchFamily="18" charset="0"/>
              </a:rPr>
              <a:t>Диаграмма</a:t>
            </a:r>
            <a:br>
              <a:rPr lang="ru-RU" sz="5400" dirty="0">
                <a:latin typeface="Constantia" panose="02030602050306030303" pitchFamily="18" charset="0"/>
              </a:rPr>
            </a:br>
            <a:r>
              <a:rPr lang="ru-RU" sz="5400" dirty="0">
                <a:latin typeface="Constantia" panose="02030602050306030303" pitchFamily="18" charset="0"/>
              </a:rPr>
              <a:t>объектов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2FEEF7D-D34B-0286-D386-2D5D3A30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10</a:t>
            </a:fld>
            <a:endParaRPr lang="ru-RU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D2CF3FE-505C-AE5A-8779-7A4879577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480" y="540327"/>
            <a:ext cx="8219975" cy="5781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5738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E5E0C-DE2D-4EA7-B9E9-D1FD7D21A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30053-9B22-6B72-38A2-A9F6A5EC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5400" dirty="0">
                <a:latin typeface="Constantia" panose="02030602050306030303" pitchFamily="18" charset="0"/>
              </a:rPr>
              <a:t>Диаграмма вариантов использования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36F299-2D83-3745-1EBF-C9D6A0137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11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E14312-5229-7F47-1192-A458AD577EE1}"/>
              </a:ext>
            </a:extLst>
          </p:cNvPr>
          <p:cNvSpPr txBox="1"/>
          <p:nvPr/>
        </p:nvSpPr>
        <p:spPr>
          <a:xfrm>
            <a:off x="4929538" y="1690688"/>
            <a:ext cx="2332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onstantia" panose="02030602050306030303" pitchFamily="18" charset="0"/>
              </a:rPr>
              <a:t>Конкуренты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B9F9149-B37F-96B1-B94D-89E94D597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991" y="2402821"/>
            <a:ext cx="9748018" cy="332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45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268A4-4E3A-A3D3-37E9-02468BF44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D5AC86-0535-353F-5C57-9A474C31C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89" y="2166810"/>
            <a:ext cx="10823448" cy="2524379"/>
          </a:xfrm>
        </p:spPr>
        <p:txBody>
          <a:bodyPr>
            <a:normAutofit/>
          </a:bodyPr>
          <a:lstStyle/>
          <a:p>
            <a:r>
              <a:rPr lang="ru-RU" sz="4800" dirty="0">
                <a:latin typeface="Constantia" panose="02030602050306030303" pitchFamily="18" charset="0"/>
              </a:rPr>
              <a:t>Диаграмма</a:t>
            </a:r>
            <a:br>
              <a:rPr lang="ru-RU" sz="4800" dirty="0">
                <a:latin typeface="Constantia" panose="02030602050306030303" pitchFamily="18" charset="0"/>
              </a:rPr>
            </a:br>
            <a:r>
              <a:rPr lang="ru-RU" sz="4800" dirty="0">
                <a:latin typeface="Constantia" panose="02030602050306030303" pitchFamily="18" charset="0"/>
              </a:rPr>
              <a:t>вариантов </a:t>
            </a:r>
            <a:br>
              <a:rPr lang="ru-RU" sz="4800" dirty="0">
                <a:latin typeface="Constantia" panose="02030602050306030303" pitchFamily="18" charset="0"/>
              </a:rPr>
            </a:br>
            <a:r>
              <a:rPr lang="ru-RU" sz="4800" dirty="0">
                <a:latin typeface="Constantia" panose="02030602050306030303" pitchFamily="18" charset="0"/>
              </a:rPr>
              <a:t>использования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1E1C0C-879D-6420-FABE-5CB5A4552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12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E546EF-F50C-221F-5609-A671DC8F6712}"/>
              </a:ext>
            </a:extLst>
          </p:cNvPr>
          <p:cNvSpPr txBox="1"/>
          <p:nvPr/>
        </p:nvSpPr>
        <p:spPr>
          <a:xfrm>
            <a:off x="802807" y="4691189"/>
            <a:ext cx="25011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onstantia" panose="02030602050306030303" pitchFamily="18" charset="0"/>
              </a:rPr>
              <a:t>Наша система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CCF088-4953-5FFE-F4A8-9A7F4C9D5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368" y="728051"/>
            <a:ext cx="7520838" cy="516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117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327C5-D4EB-8F4A-1849-A9526191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08B622-63EA-58CF-07AF-87539A8E6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dirty="0">
                <a:latin typeface="Constantia" panose="02030602050306030303" pitchFamily="18" charset="0"/>
              </a:rPr>
              <a:t>Диаграмма пакетов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C6565B-AFC2-1BBE-E946-E353532E3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13</a:t>
            </a:fld>
            <a:endParaRPr lang="ru-RU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9C707167-8391-8C27-AC07-CA6F1E586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757" y="1690688"/>
            <a:ext cx="9166485" cy="41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372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053E6-C356-AFBC-AB5A-29F571C89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71D2AD-E221-CAD2-022B-0E2E47DC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89" y="2166810"/>
            <a:ext cx="10823448" cy="2524379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Constantia" panose="02030602050306030303" pitchFamily="18" charset="0"/>
              </a:rPr>
              <a:t>Диаграмма </a:t>
            </a:r>
            <a:br>
              <a:rPr lang="ru-RU" sz="5400" dirty="0">
                <a:latin typeface="Constantia" panose="02030602050306030303" pitchFamily="18" charset="0"/>
              </a:rPr>
            </a:br>
            <a:r>
              <a:rPr lang="ru-RU" sz="5400" dirty="0">
                <a:latin typeface="Constantia" panose="02030602050306030303" pitchFamily="18" charset="0"/>
              </a:rPr>
              <a:t>компонентов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577AA0-2916-1B4A-F937-2803C1594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14</a:t>
            </a:fld>
            <a:endParaRPr lang="ru-RU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943927D7-CF61-A26C-ED03-A616DCE0E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764" y="542101"/>
            <a:ext cx="7531036" cy="5773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3903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17331-57B2-1687-BA5D-B995534EE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44CD0-4443-625A-C7A3-E34E0186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89" y="2166810"/>
            <a:ext cx="10823448" cy="2524379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Constantia" panose="02030602050306030303" pitchFamily="18" charset="0"/>
              </a:rPr>
              <a:t>Диаграмма </a:t>
            </a:r>
            <a:br>
              <a:rPr lang="ru-RU" sz="5400" dirty="0">
                <a:latin typeface="Constantia" panose="02030602050306030303" pitchFamily="18" charset="0"/>
              </a:rPr>
            </a:br>
            <a:r>
              <a:rPr lang="ru-RU" sz="5400" dirty="0">
                <a:latin typeface="Constantia" panose="02030602050306030303" pitchFamily="18" charset="0"/>
              </a:rPr>
              <a:t>размещения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D16A84-0802-0503-1F95-9E21F0BA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15</a:t>
            </a:fld>
            <a:endParaRPr lang="ru-RU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2824C3DD-0BF9-DADC-83F6-E75593BE0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427" y="659875"/>
            <a:ext cx="7233630" cy="553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457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AF123-AFC1-73F1-6E00-FB6837F0E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F9FCB-C459-7E1E-9C59-3F9DAC1BA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554678" cy="2387600"/>
          </a:xfrm>
        </p:spPr>
        <p:txBody>
          <a:bodyPr>
            <a:normAutofit/>
          </a:bodyPr>
          <a:lstStyle/>
          <a:p>
            <a:r>
              <a:rPr lang="ru-RU" sz="7200" dirty="0">
                <a:latin typeface="Constantia" panose="02030602050306030303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254548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ACD056-5383-8FB1-454C-216E1292F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89" y="2166810"/>
            <a:ext cx="10823448" cy="2524379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Constantia" panose="02030602050306030303" pitchFamily="18" charset="0"/>
              </a:rPr>
              <a:t>Диаграмма </a:t>
            </a:r>
            <a:br>
              <a:rPr lang="ru-RU" sz="5400" dirty="0">
                <a:latin typeface="Constantia" panose="02030602050306030303" pitchFamily="18" charset="0"/>
              </a:rPr>
            </a:br>
            <a:r>
              <a:rPr lang="ru-RU" sz="5400" dirty="0">
                <a:latin typeface="Constantia" panose="02030602050306030303" pitchFamily="18" charset="0"/>
              </a:rPr>
              <a:t>деятельности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478CD7-BFC1-27F4-632D-10D281D2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191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A48A90-344F-8F12-EABC-F3B886349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dirty="0">
                <a:latin typeface="Constantia" panose="02030602050306030303" pitchFamily="18" charset="0"/>
              </a:rPr>
              <a:t>Диаграмма состояний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CC1E16-7BFC-B09B-1709-6F66B5D10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0958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117</TotalTime>
  <Words>73</Words>
  <Application>Microsoft Office PowerPoint</Application>
  <PresentationFormat>Широкоэкранный</PresentationFormat>
  <Paragraphs>38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Constantia</vt:lpstr>
      <vt:lpstr>Тема Office 2013–2022</vt:lpstr>
      <vt:lpstr>Автошкола</vt:lpstr>
      <vt:lpstr>Модель  предметной  области</vt:lpstr>
      <vt:lpstr>Диаграмма коммуникаций</vt:lpstr>
      <vt:lpstr>Диаграмма анализа</vt:lpstr>
      <vt:lpstr>Диаграмма классов</vt:lpstr>
      <vt:lpstr>Диаграмма последовательностей</vt:lpstr>
      <vt:lpstr>Диаграмма последовательностей</vt:lpstr>
      <vt:lpstr>Диаграмма последовательностей</vt:lpstr>
      <vt:lpstr>Диаграмма последовательностей</vt:lpstr>
      <vt:lpstr>Диаграмма объектов</vt:lpstr>
      <vt:lpstr>Диаграмма вариантов использования</vt:lpstr>
      <vt:lpstr>Диаграмма вариантов  использования</vt:lpstr>
      <vt:lpstr>Диаграмма пакетов</vt:lpstr>
      <vt:lpstr>Диаграмма  компонентов</vt:lpstr>
      <vt:lpstr>Диаграмма  размещения</vt:lpstr>
      <vt:lpstr>Спасибо за внимание!</vt:lpstr>
      <vt:lpstr>Диаграмма  деятельности</vt:lpstr>
      <vt:lpstr>Диаграмма состояний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Dissxlutixn a</dc:creator>
  <cp:lastModifiedBy>Dissxlutixn a</cp:lastModifiedBy>
  <cp:revision>1</cp:revision>
  <dcterms:created xsi:type="dcterms:W3CDTF">2025-12-03T17:46:16Z</dcterms:created>
  <dcterms:modified xsi:type="dcterms:W3CDTF">2025-12-03T19:44:04Z</dcterms:modified>
</cp:coreProperties>
</file>